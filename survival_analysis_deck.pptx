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688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Survival Analysis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4290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 Cirrhosis — Mayo Clinic PBC-Studie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977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418 Patienten  ·  1974–1984  ·  D-penicillamine vs. Placebo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einfache Erklärung (B1)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Projekt-Setup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ist das Projekt organisiert.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4206240"/>
          </a:xfrm>
          <a:prstGeom prst="roundRect">
            <a:avLst>
              <a:gd name="adj" fmla="val 1304"/>
            </a:avLst>
          </a:prstGeom>
          <a:solidFill>
            <a:srgbClr val="17203D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810512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Ordnerstruktur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2084832"/>
            <a:ext cx="480974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Portfolie_project_DS/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cirrhosis.csv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notebooks/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01_survival.ipynb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.gitignore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pyproject.toml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0" y="1920240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29400" y="184708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Git-Repository
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die Versionskontrolle.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2971800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29400" y="289864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Ordner data, notebooks, src
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Rohdaten und Code sind getrennt.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4023360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4023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29400" y="395020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
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 Dateien laden wir NICHT zu GitHub hoch.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5074920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5074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500176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
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Beschreibt das Projekt und den Plan.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Die Daten laden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laden die Daten mit pandas.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1645920"/>
          </a:xfrm>
          <a:prstGeom prst="roundRect">
            <a:avLst>
              <a:gd name="adj" fmla="val 3333"/>
            </a:avLst>
          </a:prstGeom>
          <a:solidFill>
            <a:srgbClr val="17203D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011680"/>
            <a:ext cx="50840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pd.read_csv("cirrhosis.csv")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print(df.shape)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309360" y="182880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Ergebnis: </a:t>
            </a:r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(418, 20)
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418 Patienten, 20 Spalten.
</a:t>
            </a:r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Spalten sind wichtig:
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N_Days — Anzahl Tage bis zum Ereignis
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— was ist passiert (Tod, Studienende, Transplantation)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EAF2F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93192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418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77240" y="4896612"/>
            <a:ext cx="2148840" cy="806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Patienten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384048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EAF2F6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393192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611880" y="4896612"/>
            <a:ext cx="2148840" cy="806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Spalten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84048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EAF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393192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1974–84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446520" y="4896612"/>
            <a:ext cx="2148840" cy="806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Studienzeitraum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52560" y="384048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EAF2F6"/>
          </a:solidFill>
          <a:ln/>
        </p:spPr>
      </p:sp>
      <p:sp>
        <p:nvSpPr>
          <p:cNvPr id="17" name="Text 15"/>
          <p:cNvSpPr/>
          <p:nvPr/>
        </p:nvSpPr>
        <p:spPr>
          <a:xfrm>
            <a:off x="9281160" y="393192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281160" y="4896612"/>
            <a:ext cx="2148840" cy="806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Das Censoring-Problem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jeder Patient ist gestorben.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17203D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965960"/>
            <a:ext cx="4992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df["event"] = (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df["Status"] == "D"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).astype(int)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126480" y="18288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Patient ist gestorben
</a:t>
            </a:r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"censored" — noch am Leben oder Studie zu Ende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3017520" cy="1645920"/>
          </a:xfrm>
          <a:prstGeom prst="roundRect">
            <a:avLst>
              <a:gd name="adj" fmla="val 4444"/>
            </a:avLst>
          </a:prstGeom>
          <a:solidFill>
            <a:srgbClr val="EAF2F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2918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77240" y="4105656"/>
            <a:ext cx="256032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gestorben</a:t>
            </a:r>
            <a:endParaRPr lang="en-US" sz="11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(event = 1)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749040" y="3200400"/>
            <a:ext cx="3017520" cy="1645920"/>
          </a:xfrm>
          <a:prstGeom prst="roundRect">
            <a:avLst>
              <a:gd name="adj" fmla="val 4444"/>
            </a:avLst>
          </a:prstGeom>
          <a:solidFill>
            <a:srgbClr val="EAF2F6"/>
          </a:solidFill>
          <a:ln/>
        </p:spPr>
      </p:sp>
      <p:sp>
        <p:nvSpPr>
          <p:cNvPr id="11" name="Text 9"/>
          <p:cNvSpPr/>
          <p:nvPr/>
        </p:nvSpPr>
        <p:spPr>
          <a:xfrm>
            <a:off x="3977640" y="32918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257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977640" y="4105656"/>
            <a:ext cx="256032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censored</a:t>
            </a:r>
            <a:endParaRPr lang="en-US" sz="11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(event = 0)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49440" y="3200400"/>
            <a:ext cx="4663440" cy="1645920"/>
          </a:xfrm>
          <a:prstGeom prst="roundRect">
            <a:avLst>
              <a:gd name="adj" fmla="val 4444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7178040" y="320040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einfacher Durchschnitt funktioniert hier nicht. Grund: Wir wissen bei censored Patienten nicht, wie lange sie noch leben.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Idee: Kaplan-Meier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jeden Todesfall berechnen wir einen Anteil. So entsteht eine Kurve.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65960"/>
          <a:ext cx="10515600" cy="2377440"/>
        </p:xfrm>
        <a:graphic>
          <a:graphicData uri="http://schemas.openxmlformats.org/drawingml/2006/table">
            <a:tbl>
              <a:tblPr/>
              <a:tblGrid>
                <a:gridCol w="1463040"/>
                <a:gridCol w="2468880"/>
                <a:gridCol w="2377440"/>
                <a:gridCol w="210312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beobachtet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Ereignis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(Schritt)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Kumuliert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 (A)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4/5 = 0.80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Censored (B)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4/4 = 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 (C)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2/3 = 0.67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Censored (D)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2/2 = 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 (E)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 = 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461772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21295C"/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461772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Wichtig: censored Patienten machen die Kurve nicht schlechter. Sie verlassen die Rechnung einfach — ohne als "tot" zu zählen.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Kaplan-Meier — alle Patienten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rechnen wir mit echten Daten: 418 Patienten.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17203D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011680"/>
            <a:ext cx="49926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kmf = KaplanMeierFitter()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kmf.fit(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df["N_Days"],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df["event"]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kmf.plot_survival_function()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309360" y="182880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EAF2F6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192024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3395 Tage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37960" y="2884932"/>
            <a:ext cx="4846320" cy="806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mediane Überlebenszeit</a:t>
            </a:r>
            <a:endParaRPr lang="en-US" sz="11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9,3 Jahre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Ergebnis: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Hälfte der Patienten lebt mindestens 3395 Tage.
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Tag 3000 wird die Kurve unsicherer, weil nur noch wenige Patienten beobachtet werden.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Medikament vs. Placebo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vergleichen zwei Gruppen von Patienten.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2377440"/>
          </a:xfrm>
          <a:prstGeom prst="roundRect">
            <a:avLst>
              <a:gd name="adj" fmla="val 2308"/>
            </a:avLst>
          </a:prstGeom>
          <a:solidFill>
            <a:srgbClr val="17203D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011680"/>
            <a:ext cx="499262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drug = randomized[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randomized["Drug"]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== "D-penicillamine"]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placebo = randomized[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randomized["Drug"]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== "Placebo"]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309360" y="1828800"/>
            <a:ext cx="5303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von 418 Patienten waren randomisiert.
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diese 312 vergleichen wir. Grund: bei den anderen 106 fehlt die Angabe zum Medikament.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44805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EAF2F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4805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Beobachtung: Beide Kurven (Medikament, Placebo) sehen im Diagramm fast gleich aus.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Log-Rank-Test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 der Unterschied echt, oder nur Zufall?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212080" cy="1554480"/>
          </a:xfrm>
          <a:prstGeom prst="roundRect">
            <a:avLst>
              <a:gd name="adj" fmla="val 3529"/>
            </a:avLst>
          </a:prstGeom>
          <a:solidFill>
            <a:srgbClr val="17203D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1828800"/>
            <a:ext cx="4809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logrank_test(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drug, placebo)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print(result.p_value)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5C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0,75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i="1" dirty="0">
                <a:solidFill>
                  <a:srgbClr val="8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Regel: p &lt; 0,05 = echter Unterschied. Hier: p = 0,75 → viel zu groß.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5120640" cy="3474720"/>
          </a:xfrm>
          <a:prstGeom prst="roundRect">
            <a:avLst>
              <a:gd name="adj" fmla="val 2105"/>
            </a:avLst>
          </a:prstGeom>
          <a:solidFill>
            <a:srgbClr val="2C3868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87452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echter Unterschied
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8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zwischen Medikament und Placebo.
</a:t>
            </a:r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9FC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passt zum echten Ergebnis der Mayo-Clinic-Studie: Das Medikament hat nicht besser geholfen als Placebo.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Nächste Schritte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kommt als Nächstes.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801368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 Proportional Hazards
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Modell für mehr Faktoren: Alter, Bilirubin, Krankheitsstadium.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971800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2898648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PH-Annahme prüfen
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Wichtiger Test — sonst ist das Modell nicht sicher.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4069080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069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3995928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Zusammenfassung
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Ergebnisse aus Phase 1 kurz zusammenfassen.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5166360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5166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5093208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Klassifikation
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Krankheitsstadium (Stage) aus den Biomarkern vorhersagen.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2026-08-04T20:20:29Z</dcterms:created>
  <dcterms:modified xsi:type="dcterms:W3CDTF">2026-08-04T20:20:29Z</dcterms:modified>
</cp:coreProperties>
</file>