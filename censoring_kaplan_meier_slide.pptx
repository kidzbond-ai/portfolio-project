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Censoring &amp; Kaplan-Meier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Survival-Analyse — Mayo Clinic PBC-Studie, 418 Patienten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EAF2F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8132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418 Patienten (38.5 %)
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bekannter Todeszeitpunkt — Status = 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EAF2F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03580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257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85800" y="37033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61.5 % — Censored
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 lebend (C) oder Transplantation (CL)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kein einfacher Mittelwert?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5010912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5010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95604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Patienten: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vermischt Todeszeit mit Beobachtungsende.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553212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5532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5477256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Verstorbene: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ignoriert Langzeit-Überlebende → zu pessimistisch.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92040" y="1417320"/>
            <a:ext cx="681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Kaplan-Meier-Idee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92040" y="1783080"/>
            <a:ext cx="6812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jeden Tag, an dem ein Todesfall eintritt: Anteil der Patienten unter Beobachtung, die genau an diesem Tag sterben. Censored Patienten zählen im Nenner, bis sie austreten — danach fallen sie einfach heraus, ohne als “tot” oder “ewig lebend” gewertet zu werden.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92040" y="260604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Beispielrechnung — 5 Patienten</a:t>
            </a:r>
            <a:endParaRPr lang="en-US" sz="12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2926080"/>
          <a:ext cx="6812280" cy="2286000"/>
        </p:xfrm>
        <a:graphic>
          <a:graphicData uri="http://schemas.openxmlformats.org/drawingml/2006/table">
            <a:tbl>
              <a:tblPr/>
              <a:tblGrid>
                <a:gridCol w="777240"/>
                <a:gridCol w="1600200"/>
                <a:gridCol w="1417320"/>
                <a:gridCol w="1417320"/>
                <a:gridCol w="1600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Unter Beobachtung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Ereignis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Überlebensanteil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(Schritt)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Kumulierte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Überlebenswahrsch.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 (A)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4/5 = 0.80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Censored (B)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4/4 = 1.00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 (C)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2/3 = 0.67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Censored (D)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2/2 = 1.00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 (E)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 = 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4892040" y="5440680"/>
            <a:ext cx="681228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</p:spPr>
      </p:sp>
      <p:sp>
        <p:nvSpPr>
          <p:cNvPr id="22" name="Text 19"/>
          <p:cNvSpPr/>
          <p:nvPr/>
        </p:nvSpPr>
        <p:spPr>
          <a:xfrm>
            <a:off x="5166360" y="5440680"/>
            <a:ext cx="6263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Kurve fällt nur bei tatsächlichen Todesfällen. Censored Patienten verringern lediglich die Risikomenge — ohne die Kurve künstlich nach unten zu ziehen.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2026-07-31T13:24:38Z</dcterms:created>
  <dcterms:modified xsi:type="dcterms:W3CDTF">2026-07-31T13:24:38Z</dcterms:modified>
</cp:coreProperties>
</file>